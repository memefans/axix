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通缩平台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让每一个持有者都成为赢家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32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页 · 封面（30 秒吸引注意力）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636776"/>
            <a:ext cx="11430000" cy="333756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36776"/>
            <a:ext cx="36576" cy="333756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824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32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页 · 先讲一个故事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币圈十年，我们踩过的坑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430000" cy="443484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36576" cy="443484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页 · 为什么多数人在币圈亏钱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三大死穴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3822192"/>
            <a:ext cx="11430000" cy="141732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822192"/>
            <a:ext cx="36576" cy="141732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679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32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页 · 我们的答案：AxiX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一个自动运转的通缩机器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430000" cy="4114800"/>
          </a:xfrm>
          <a:prstGeom prst="rect">
            <a:avLst/>
          </a:prstGeom>
          <a:solidFill>
            <a:srgbClr val="0F1E1C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5394960"/>
            <a:ext cx="11430000" cy="251460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5394960"/>
            <a:ext cx="36576" cy="25146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40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32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页 · 背书：Aethon Fund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× $50M AI 对冲基金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430000" cy="333756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36576" cy="333756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461772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461772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839212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**初始资本**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839212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**$50M（5000 万美元）**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5216652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**信号研究沉淀**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5216652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**20 年**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7594092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**前瞻组合跑赢 S&amp;P 500**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7594092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**7.5×**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109.05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**合作性质**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09.05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策略方法论与风控框架参考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135.05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**权威报道**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35.05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BusinessWire · Hedgeweek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169.20000000000002"/>
            <a:ext cx="11430000" cy="114300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69.20000000000002"/>
            <a:ext cx="36576" cy="1143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69.25000000000003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32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页 · 背书：基础设施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全部真实可查 · 不玩黑箱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572768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53471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**BNB Smart Chain 公链**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253471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 Top 3 公链，日交易量超 $100 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49121568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**充值提现**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49121568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全程链上可查，BscScan 一搜就到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728959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**智能合约**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728959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资产不是打给平台，是锁死在链上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05.7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**OKX / MetaMask 直连**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05.7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Web3 钱包一键登录，资产**始终自持**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**币安级行情数据源**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线直连币安实时数据，7×24 不间断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**五大核心板块**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现货 · 永续合约 · AIX 交易 · 矿机质押 · 合约跟单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**7 国语言**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中英日韩法西葡，全球用户可用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110.199999999999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**0 提现手续费**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110.199999999999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提多少到多少，平台一分不扣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收益**规则透明**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矿机、质押、费率明码标价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跟单**胜率公开**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策略明细与历史胜率实时可查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销毁**链上执行**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每笔卖出 50% 当场销毁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110.199999999999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排行**数据公开**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110.199999999999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收益排行榜实时更新摆在明面上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144.35"/>
            <a:ext cx="11430000" cy="251460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144.35"/>
            <a:ext cx="36576" cy="25146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144.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32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页 · AxiX vs. 其他平台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到底不一样在哪？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21480" y="118872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其他平台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31480" y="118872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9631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**代币发行**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21480" y="249631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增发、预挖、团队持大比例、私募砸盘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31480" y="249631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**固定 20 亿，永不增发**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873752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**代币价值**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21480" y="4873752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纯靠市场情绪和喊单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31480" y="4873752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**99% 销毁，天然通缩**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725119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**手续费去向**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21480" y="725119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平台收了就收了，进老板口袋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31480" y="725119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**50% 销毁 + 50% A10 分红池**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105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**团队机制**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1480" y="105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级差套娃、阳光普照、无上限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31480" y="105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**直推 15% + 间推 10% + 级差 + 平级 + A10 挡断**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131.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**合约跟单**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21480" y="131.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纯靠平台信誉，信号不透明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31480" y="131.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**Aethon $50M 对冲基金级策略**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157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**质押挖矿**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21480" y="157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无限释放、通胀螺旋、越挖越不值钱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31480" y="157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**产出上限锁死 10 亿**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183.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**安全背书**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21480" y="183.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单一背书，信息不透明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31480" y="183.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**BSC 公链 + 币安行情 + OKX/MetaMask + 链上可查**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209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**机构背书**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21480" y="209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无或模糊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31480" y="209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**Aethon Fund $50M（BusinessWire 报道）**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235.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**提现费用**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21480" y="235.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 0.1%~0.5%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31480" y="235.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**0 手续费**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261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**销毁模式**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21480" y="261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要么不销毁，要么象征性销毁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31480" y="261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**三重叠加：日固定 + 卖盘 + 互转**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295.45"/>
            <a:ext cx="11430000" cy="196596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295.45"/>
            <a:ext cx="36576" cy="196596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295.5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32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页 · 核心武器：通缩模型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代币经济全景图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430000" cy="923544"/>
          </a:xfrm>
          <a:prstGeom prst="rect">
            <a:avLst/>
          </a:prstGeom>
          <a:solidFill>
            <a:srgbClr val="0F1E1C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959352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21480" y="3959352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31480" y="3959352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773375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固定总量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21480" y="2773375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31480" y="2773375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永不增发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5150815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销毁上限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21480" y="5150815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19.8 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31480" y="5150815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 要销毁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7528255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年固定销毁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21480" y="7528255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3.65 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31480" y="7528255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万/天 × 365 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108.3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矿机年产出上限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21480" y="108.3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~1.67 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31480" y="108.3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亿 ÷ 6 年平均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134.3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质押年产出上限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21480" y="134.3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~1.67 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31480" y="134.33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亿 ÷ 6 年平均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168.48000000000002"/>
            <a:ext cx="11430000" cy="333756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168.48000000000002"/>
            <a:ext cx="36576" cy="333756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68.53000000000003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32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页 · 通缩三重奏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三种销毁，叠加计算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430000" cy="4114800"/>
          </a:xfrm>
          <a:prstGeom prst="rect">
            <a:avLst/>
          </a:prstGeom>
          <a:solidFill>
            <a:srgbClr val="0F1E1C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销毁量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每天固定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假设每天 100 笔卖出，平均 1000 AIX/笔，50% 销毁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+ 5,000 万枚（峰值）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假设每天 200 笔互转，平均 500 AIX/笔，50% 销毁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+ 5,000 万枚（峰值）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110.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**日销毁合计**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10.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**~1 亿枚（峰值）**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136.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**年销毁合计**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36.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**~365 亿枚（峰值）**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70.35"/>
            <a:ext cx="11430000" cy="306324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70.35"/>
            <a:ext cx="36576" cy="306324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70.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页 · 为什么通缩能赚钱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一个简单的数学题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430000" cy="443484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36576" cy="443484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页 · 矿机算力：核心玩法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 BNB 买一台"躺着赚钱的机器"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1632857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44337" y="1572768"/>
            <a:ext cx="1632857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77194" y="1572768"/>
            <a:ext cx="1632857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链上等价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10051" y="1572768"/>
            <a:ext cx="1632857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总产出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2909" y="1572768"/>
            <a:ext cx="1632857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75766" y="1572768"/>
            <a:ext cx="1632857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日均产出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08623" y="1572768"/>
            <a:ext cx="1632857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5347168"/>
            <a:ext cx="1632857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**Mini**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44337" y="25347168"/>
            <a:ext cx="1632857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0.002 BNB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7194" y="25347168"/>
            <a:ext cx="1632857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$1.5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10051" y="25347168"/>
            <a:ext cx="1632857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**100 AIX**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2909" y="25347168"/>
            <a:ext cx="1632857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75766" y="25347168"/>
            <a:ext cx="1632857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3.3 AIX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08623" y="25347168"/>
            <a:ext cx="1632857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 1 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9121568"/>
            <a:ext cx="1632857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**Pro**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44337" y="49121568"/>
            <a:ext cx="1632857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 BNB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77194" y="49121568"/>
            <a:ext cx="1632857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$38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10051" y="49121568"/>
            <a:ext cx="1632857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**1,500 AIX**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2909" y="49121568"/>
            <a:ext cx="1632857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75766" y="49121568"/>
            <a:ext cx="1632857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16.7 AIX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08623" y="49121568"/>
            <a:ext cx="1632857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 1 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5669280"/>
            <a:ext cx="11430000" cy="923544"/>
          </a:xfrm>
          <a:prstGeom prst="rect">
            <a:avLst/>
          </a:prstGeom>
          <a:solidFill>
            <a:srgbClr val="0F1E1C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5669280"/>
            <a:ext cx="11430000" cy="443484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5669280"/>
            <a:ext cx="36576" cy="443484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715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页 · 矿机收益精算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拿计算器跟我算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572768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53471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253471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0.002 BNB（≈ $1.5）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49121568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天产出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49121568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AIX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728959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AIX 价格 $1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728959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**回本 100 U（66×）**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05.7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AIX 价格 $5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05.7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回本 500 U（333×）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131.7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AIX 价格 $10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31.7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回本 1000 U（666×）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 BNB（≈ $38）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天产出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1,500 AIX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AIX 价格 $1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**回本 1500 U（39×）**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110.199999999999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AIX 价格 $5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10.199999999999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回本 7,500 U（197×）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136.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AIX 价格 $10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36.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回本 15,000 U（394×）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0.052 BNB（≈ $40）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总产出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1,600 AIX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综合回本率（AIX $1）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**40×**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" y="118.35"/>
            <a:ext cx="11430000" cy="278892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118.35"/>
            <a:ext cx="36576" cy="278892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118.39999999999999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页 · 矿机 FAQ 深度解答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4160520"/>
            <a:ext cx="11430000" cy="141732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4160520"/>
            <a:ext cx="36576" cy="141732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页 · 质押生息：第二支柱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持币不动也能日进斗金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190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16480" y="1188720"/>
            <a:ext cx="190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21480" y="1188720"/>
            <a:ext cx="190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日利率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188720"/>
            <a:ext cx="190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31480" y="1188720"/>
            <a:ext cx="190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36480" y="1188720"/>
            <a:ext cx="190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49631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**活期**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16480" y="249631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随存随取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21480" y="249631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49631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**109%**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1480" y="249631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AIX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36480" y="249631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灵活存取，随时可取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8737520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**定期 1 号**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16480" y="48737520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21480" y="48737520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48737520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**292%**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31480" y="48737520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 AIX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36480" y="48737520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中等收益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725119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**定期 2 号**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16480" y="725119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21480" y="725119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725119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**365%**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31480" y="725119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 AIX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936480" y="72511920"/>
            <a:ext cx="190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中高收益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105.3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**定期 3 号**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16480" y="105.3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21480" y="105.3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105.3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**438%**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31480" y="105.3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5,000 AIX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936480" y="105.3"/>
            <a:ext cx="190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最高收益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56692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投资渠道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21480" y="56692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日收益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31480" y="56692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" y="294436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银行活期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21480" y="294436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0.0003%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31480" y="294436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0.25%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" y="532180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余额宝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21480" y="532180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0.005%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31480" y="532180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1480" y="76992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国债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221480" y="76992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0.01%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31480" y="76992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1480" y="110.19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银行理财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21480" y="110.19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0.02%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31480" y="110.19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5%~8%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1480" y="136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**AxiX 活期**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221480" y="136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**0.30%**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31480" y="136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**109%**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" y="162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**AxiX 90 天定期**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221480" y="162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**1.20%**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31480" y="162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**438%**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1480" y="196.35"/>
            <a:ext cx="11430000" cy="388620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1480" y="196.35"/>
            <a:ext cx="36576" cy="38862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196.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页 · 质押复利计算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利滚利到底有多恐怖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430000" cy="114300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36576" cy="1143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07208"/>
            <a:ext cx="28575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68980" y="2807208"/>
            <a:ext cx="28575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当日利息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2807208"/>
            <a:ext cx="28575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累计持有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83980" y="2807208"/>
            <a:ext cx="28575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当日利息复利增长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6581608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8980" y="26581608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6581608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10,000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83980" y="26581608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50356008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8980" y="50356008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84.6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50356008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10,574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83980" y="50356008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+5.8%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74130408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30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68980" y="74130408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107.5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74130408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13,489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83980" y="74130408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+34.4%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107.07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60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68980" y="107.07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136.4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07.07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17,104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83980" y="107.07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+71.3%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133.07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68980" y="133.07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173.1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133.07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21,711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83980" y="133.07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+116.4%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初始本金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10,000 AIX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到期总额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**21,711 AIX**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总收益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**11,711 AIX**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110.199999999999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收益率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26480" y="110.199999999999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**117%**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136.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平均日收益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136.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**130 AIX/天**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11480" y="170.35"/>
            <a:ext cx="11430000" cy="361188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170.35"/>
            <a:ext cx="36576" cy="361188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170.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16 页 · 现货交易：P2P 撮合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买卖对手，平台不坐庄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572768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53471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253471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挂单撮合（P2P 订单簿），买卖对手成交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49121568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49121568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**0 手续费**（全额免）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728959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728959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**阶梯费率**（按直推矿机数）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05.7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05.7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随时可撤，冻结资金秒级退回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131.7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部分成交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31.7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剩余自动转委托单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直推矿机数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566928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卖方手续费率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~ 1 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94436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**50%**（默认）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~ 3 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5321808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**40%**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~ 5 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7699248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**30%**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110.199999999999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~ 7 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10.199999999999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**20%**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136.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~ 9 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36.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**10%**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162.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**≥ 10 台**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162.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**3%**（最低）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196.35"/>
            <a:ext cx="11430000" cy="306324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196.35"/>
            <a:ext cx="36576" cy="306324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196.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17 页 · AI 合约跟单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跟机构级策略，享稳定收益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188720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496312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**策略来源**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2496312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Aethon Fund $50M AI 对冲基金策略方法论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4873752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开通方式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48737520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**销毁 1,000 AIX**（永久销毁）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7251192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72511920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**30 天**（到期续费再销毁）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05.3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进出机制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05.3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随进随出，赎回本金**全额返还**，无罚金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131.3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收益结算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31.3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每日定时自动结算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157.3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推荐奖励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57.3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直推 **10%**（仅 1 代）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5669280"/>
            <a:ext cx="11430000" cy="923544"/>
          </a:xfrm>
          <a:prstGeom prst="rect">
            <a:avLst/>
          </a:prstGeom>
          <a:solidFill>
            <a:srgbClr val="0F1E1C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6684264"/>
            <a:ext cx="11430000" cy="333756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6684264"/>
            <a:ext cx="36576" cy="333756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7299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18 页 · 团队等级：A1 ~ A10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+ 团队双门槛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28575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68980" y="1188720"/>
            <a:ext cx="28575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个人持有（AIX）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188720"/>
            <a:ext cx="28575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团队持有（AIX）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83980" y="1188720"/>
            <a:ext cx="28575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级差比例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963120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**A1**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8980" y="24963120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4963120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83980" y="24963120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8737520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**A2**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8980" y="48737520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48737520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10,000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83980" y="48737520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72511920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**A3**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68980" y="72511920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72511920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50,000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83980" y="72511920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105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**A4**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8980" y="105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05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100,000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83980" y="105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131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**A5**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68980" y="131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16,000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131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500,000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83980" y="131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157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**A6**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68980" y="157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32,000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157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1,000,000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83980" y="157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183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**A7**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68980" y="183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64,000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183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5,000,000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983980" y="183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209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**A8**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68980" y="209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128,000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209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10,000,000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83980" y="209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" y="235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**A9**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68980" y="235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256,000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235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50,000,000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83980" y="235.3"/>
            <a:ext cx="28575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" y="261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**A10**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68980" y="261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500,000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26480" y="261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100,000,000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983980" y="261.3"/>
            <a:ext cx="28575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**分红池均分**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11480" y="5669280"/>
            <a:ext cx="11430000" cy="923544"/>
          </a:xfrm>
          <a:prstGeom prst="rect">
            <a:avLst/>
          </a:prstGeom>
          <a:solidFill>
            <a:srgbClr val="0F1E1C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" y="5669280"/>
            <a:ext cx="11430000" cy="333756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" y="5669280"/>
            <a:ext cx="36576" cy="333756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715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19 页 · 分润体系：最核心的赚钱密码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矿机产出分润（每笔产出自动分配）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430000" cy="3145536"/>
          </a:xfrm>
          <a:prstGeom prst="rect">
            <a:avLst/>
          </a:prstGeom>
          <a:solidFill>
            <a:srgbClr val="0F1E1C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809744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4809744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584144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**直推**（推荐人）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28584144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**15%**，无论级别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52358544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**间推**（推荐人的推荐人）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52358544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**10%**，无论级别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76132944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**更高级上级**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76132944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**级差** = 上级比例 − 矿工比例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109.26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**平级**（与矿工同级别）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09.26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**平级奖 10%**（级差为 0 时的兜底）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135.26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**A10 挡断**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35.26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链上第一个 A10 出现后，级差到此为止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161.26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**矿工无级（A0）**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61.26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第一个有级别的上级直接拿全额比例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187.26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**无级别的上级跳过**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87.26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 不算，继续向上找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32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20 页 · 分润计算实战（3 个例子）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例子一：矿工 A2，链上有 A6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430000" cy="59436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36576" cy="59436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分配对象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21480" y="187452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计算方式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31480" y="187452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56489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矿工本人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21480" y="256489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31480" y="256489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**100 AIX**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942332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直推（A1）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21480" y="4942332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15%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31480" y="4942332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**15 AIX**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731977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间推（A6）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1480" y="731977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10% + 级差 60%−20%=40%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31480" y="731977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 + 40 = 50 AIX**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106.05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上级链合计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21480" y="106.05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31480" y="106.05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**65 AIX**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5669280"/>
            <a:ext cx="11430000" cy="59436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5669280"/>
            <a:ext cx="36576" cy="59436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715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63550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分配对象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21480" y="63550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计算方式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31480" y="63550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30129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矿工本人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21480" y="30129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31480" y="30129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**100 AIX**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539038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直推（A0）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21480" y="539038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跳过，无级不算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31480" y="539038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**0**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776782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间推（A3）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21480" y="776782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10% + 全额级差 30%（因为矿工 A0=0%）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31480" y="776782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 + 30 = 40 AIX**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110.94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上级链合计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21480" y="110.94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31480" y="110.94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**40 AIX**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5669280"/>
            <a:ext cx="11430000" cy="59436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5669280"/>
            <a:ext cx="36576" cy="59436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5715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63550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分配对象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221480" y="63550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计算方式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31480" y="63550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11480" y="30129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矿工本人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21480" y="30129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全额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31480" y="30129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**100 AIX**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1480" y="539038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直推（A6）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221480" y="539038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同级别 → 平级奖 10%（级差 0）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31480" y="539038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 AIX**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" y="776782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间推（A6）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221480" y="776782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同级别 → 平级奖 10%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31480" y="776782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 AIX**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11480" y="110.94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上级链合计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221480" y="110.94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031480" y="110.94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**20 AIX**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11480" y="145.1"/>
            <a:ext cx="11430000" cy="306324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1480" y="145.1"/>
            <a:ext cx="36576" cy="306324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145.15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21 页 · 分润实战：我能赚多少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算给你看（保守估计）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21480" y="1572768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每日收益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31480" y="1572768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月收益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3471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直推 15%（10 人 × 100 × 15%）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21480" y="253471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 AIX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31480" y="253471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4,500 AIX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9121568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假设间推 + 级差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21480" y="49121568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+ 50 AIX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31480" y="49121568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+ 1,500 AIX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728959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**合计**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21480" y="728959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**200 AIX/天**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31480" y="728959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**6,000 AIX/月**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105.7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AIX = $1 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1480" y="105.7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$200/天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31480" y="105.7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$6,000/月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131.7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AIX = $5 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21480" y="131.7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$1,000/天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31480" y="131.7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$30,000/月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56692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21480" y="56692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每日收益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31480" y="56692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月收益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294436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直推 15%（50 人 × 100 × 15%）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21480" y="294436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750 AIX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31480" y="294436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22,500 AIX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532180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间推 10%（200 人 × 100 × 10%）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21480" y="532180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 AIX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31480" y="532180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60,000 AIX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76992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级差（假设你 A5 60%）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21480" y="76992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+ 500 AIX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31480" y="76992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+ 15,000 AIX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110.19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**合计**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21480" y="110.19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**3,250 AIX/天**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31480" y="110.19999999999999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**97,500 AIX/月**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144.35"/>
            <a:ext cx="11430000" cy="251460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144.35"/>
            <a:ext cx="36576" cy="25146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144.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22 页 · A10 分红池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皇冠上的明珠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11430000" cy="3145536"/>
          </a:xfrm>
          <a:prstGeom prst="rect">
            <a:avLst/>
          </a:prstGeom>
          <a:solidFill>
            <a:srgbClr val="0F1E1C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193792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5193792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96819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收益来源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2896819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**只有分红池**（不参与级差/平级）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5274259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结算频率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52742592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 00:00 自动日结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7651699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分配方式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76516992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**均分**（人人一样多）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109.68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09.68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越早期越少，单份越大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135.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终身享有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35.68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只要保持 A10 就一直分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69.83"/>
            <a:ext cx="11430000" cy="443484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69.83"/>
            <a:ext cx="36576" cy="443484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69.8800000000000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23 页 · 团队扶持政策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平台直接给你发工资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月度激活量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21480" y="1572768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扶持金额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31480" y="1572768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达成难度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3471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 激活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21480" y="253471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**500 USDT**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31480" y="253471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9121568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5,000 激活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21480" y="49121568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**2,500 USDT**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31480" y="49121568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728959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10,000 激活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21480" y="728959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**5,000 USDT**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31480" y="72895968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56692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21480" y="56692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扶持金额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31480" y="566928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月总收入（假设分润 $10k）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294436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21480" y="294436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USDT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31480" y="294436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$10,050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532180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21480" y="532180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USDT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31480" y="5321808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$10,100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76992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21480" y="76992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USDT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31480" y="7699248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$10,200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110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21480" y="110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 USDT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31480" y="110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$10,400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136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21480" y="136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USDT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31480" y="136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$10,800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162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21480" y="162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1,600 USDT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31480" y="162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$11,600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188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21480" y="188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3,200 USDT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31480" y="188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$13,200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" y="214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21480" y="214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6,400 USDT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31480" y="214.2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$16,400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1480" y="240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**A9**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221480" y="240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**12,800 USDT**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31480" y="240.2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**$22,800**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" y="5669280"/>
            <a:ext cx="11430000" cy="278892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5669280"/>
            <a:ext cx="36576" cy="278892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5715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24 页 · 增长飞轮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所有人的利益绑在一起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430000" cy="4114800"/>
          </a:xfrm>
          <a:prstGeom prst="rect">
            <a:avLst/>
          </a:prstGeom>
          <a:solidFill>
            <a:srgbClr val="0F1E1C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5394960"/>
            <a:ext cx="11430000" cy="416052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5394960"/>
            <a:ext cx="36576" cy="416052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40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32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25 页 · 加入时机：为什么现在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三个时间点，三种命运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2286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1188720"/>
            <a:ext cx="2286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AIX 价格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3480" y="1188720"/>
            <a:ext cx="2286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矿机成本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69480" y="1188720"/>
            <a:ext cx="2286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团队难度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55480" y="1188720"/>
            <a:ext cx="2286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A10 分红份额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963120"/>
            <a:ext cx="2286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**现在加入**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4963120"/>
            <a:ext cx="2286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早期价格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4963120"/>
            <a:ext cx="2286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69480" y="24963120"/>
            <a:ext cx="2286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团队还在建立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55480" y="24963120"/>
            <a:ext cx="2286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人极少，份额大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8737520"/>
            <a:ext cx="2286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**半年后**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48737520"/>
            <a:ext cx="2286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可能涨 3~10×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48737520"/>
            <a:ext cx="2286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 3~10×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48737520"/>
            <a:ext cx="2286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大团队已占坑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55480" y="48737520"/>
            <a:ext cx="2286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份额被稀释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72511920"/>
            <a:ext cx="2286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**一年后**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72511920"/>
            <a:ext cx="2286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可能涨 10~30×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72511920"/>
            <a:ext cx="2286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 10~30×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72511920"/>
            <a:ext cx="2286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难追上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55480" y="72511920"/>
            <a:ext cx="2286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份额更小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113.45"/>
            <a:ext cx="11430000" cy="361188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113.45"/>
            <a:ext cx="36576" cy="361188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113.5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26 页 · 风险提示（诚实讲清楚）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11430000" cy="86868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36576" cy="86868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5477256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5477256"/>
            <a:ext cx="5715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251656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平台会不会跑路？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29251656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资产不在平台手里，在 BNB 链上、在你钱包里。想跑也跑不了。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53026056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智能合约会不会被黑客攻击？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53026056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运行在 BSC 主网，公开可查。手续费在你钱包里，黑不到。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76800456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代币会不会增发？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76800456"/>
            <a:ext cx="5715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代码写死固定 20 亿，永不增发。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109.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矿机产出会不会变？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09.99"/>
            <a:ext cx="5715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套餐参数固定写在链上合约里。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144.14000000000001"/>
            <a:ext cx="11430000" cy="114300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44.14000000000001"/>
            <a:ext cx="36576" cy="1143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44.19000000000003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27 页 · 今天可以做什么（行动清单）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四步加入 AxiX 生态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5193792"/>
            <a:ext cx="11430000" cy="169164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5193792"/>
            <a:ext cx="36576" cy="169164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2395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32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28 页 · 推广的正确姿势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怎么让你的团队快速跑起来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5440680"/>
            <a:ext cx="11430000" cy="114300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5440680"/>
            <a:ext cx="36576" cy="1143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486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29 页 · 异议处理：最常被问的 10 个问题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5669280"/>
            <a:ext cx="11430000" cy="114300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669280"/>
            <a:ext cx="36576" cy="1143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715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30 页 · 最后的话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送大家三句话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1430000" cy="59436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36576" cy="59436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5495544"/>
            <a:ext cx="11430000" cy="3337560"/>
          </a:xfrm>
          <a:prstGeom prst="rect">
            <a:avLst/>
          </a:prstGeom>
          <a:solidFill>
            <a:srgbClr val="0C242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5495544"/>
            <a:ext cx="36576" cy="333756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5412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讲师演讲词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/ 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1B5"/>
          </a:solidFill>
          <a:ln w="12700">
            <a:solidFill>
              <a:srgbClr val="4FD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11887200" cy="18288"/>
          </a:xfrm>
          <a:prstGeom prst="rect">
            <a:avLst/>
          </a:prstGeom>
          <a:solidFill>
            <a:srgbClr val="1F3A37"/>
          </a:solidFill>
          <a:ln w="12700">
            <a:solidFill>
              <a:srgbClr val="1F3A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31 页 · 附录：数据速查表（一张纸带走）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矿机参数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21480" y="118872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31480" y="1188720"/>
            <a:ext cx="3810000" cy="23774400"/>
          </a:xfrm>
          <a:prstGeom prst="rect">
            <a:avLst/>
          </a:prstGeom>
          <a:solidFill>
            <a:srgbClr val="0F1E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9631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21480" y="249631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0.002 BNB ≈ $1.5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31480" y="249631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 BNB ≈ $38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873752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总产出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21480" y="4873752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AIX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31480" y="48737520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1,500 AIX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725119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21480" y="725119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31480" y="72511920"/>
            <a:ext cx="3810000" cy="23774400"/>
          </a:xfrm>
          <a:prstGeom prst="rect">
            <a:avLst/>
          </a:prstGeom>
          <a:solidFill>
            <a:srgbClr val="0C17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105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1480" y="105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AIX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31480" y="105.3"/>
            <a:ext cx="3810000" cy="23774400"/>
          </a:xfrm>
          <a:prstGeom prst="rect">
            <a:avLst/>
          </a:prstGeom>
          <a:solidFill>
            <a:srgbClr val="071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16.7 AIX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AxiX · 通缩驱动 · 价值共识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6565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/ 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AxiX 通缩平台讲师课件</dc:title>
  <dc:subject>PptxGenJS Presentation</dc:subject>
  <dc:creator>AxiX</dc:creator>
  <cp:lastModifiedBy>AxiX</cp:lastModifiedBy>
  <cp:revision>1</cp:revision>
  <dcterms:created xsi:type="dcterms:W3CDTF">2026-09-10T13:55:51Z</dcterms:created>
  <dcterms:modified xsi:type="dcterms:W3CDTF">2026-09-10T13:55:51Z</dcterms:modified>
</cp:coreProperties>
</file>